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AE3F3"/>
    <a:srgbClr val="FBE5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CA621A-2EB0-6555-F218-6ED353FAC9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F8277DD-C9C4-1E88-BD5A-FB675AFA02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66A3DBC-AB12-A18C-F469-F4E0E013E9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E2F89-41A6-47D1-B12C-335FAA75E062}" type="datetimeFigureOut">
              <a:rPr lang="ko-KR" altLang="en-US" smtClean="0"/>
              <a:t>2025-11-09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FB95A3A-948F-1B1F-46FA-EC71DE668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BB812F7-E615-DF91-46FF-E56216F91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72653-6786-4639-9DCA-E5B1AED75D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1758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2ED5B8-0EFF-4A05-34A9-D820397DC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D7B4FBB-AD0D-404A-96B1-5F93E115F9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324D907-B617-38B6-3AA6-C9CBF20EF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E2F89-41A6-47D1-B12C-335FAA75E062}" type="datetimeFigureOut">
              <a:rPr lang="ko-KR" altLang="en-US" smtClean="0"/>
              <a:t>2025-11-09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1B249F2-8130-2338-7398-93CE10D75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8F24132-4C3B-1638-725C-79246ED6B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72653-6786-4639-9DCA-E5B1AED75D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44028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BAC26E-8C0C-4556-7C91-F9F09B250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F91E4A8-C7FC-BDD4-3D0B-33B712C9F1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AAECECC-DDA6-F6C4-FA9C-2BDB62DB90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E2F89-41A6-47D1-B12C-335FAA75E062}" type="datetimeFigureOut">
              <a:rPr lang="ko-KR" altLang="en-US" smtClean="0"/>
              <a:t>2025-11-09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D9F2850-5BF8-B66F-6386-9957A22A9F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EBE0452-FC10-B6E8-1231-602B871F7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72653-6786-4639-9DCA-E5B1AED75D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01478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D31289-8C75-7E1F-1A05-70748DA69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E1F495E-194E-AAF0-4A6D-02DA50F845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4F256AC-664F-7604-8110-6E5F2A3D36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DF9B240-A006-85F7-FF6F-9C498DD1CE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E2F89-41A6-47D1-B12C-335FAA75E062}" type="datetimeFigureOut">
              <a:rPr lang="ko-KR" altLang="en-US" smtClean="0"/>
              <a:t>2025-11-09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82D5BFD-C542-F38D-3FFE-D67A09C6C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4E7879C-1709-6407-3F4D-2AE82BB03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72653-6786-4639-9DCA-E5B1AED75D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33504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32667A-5F6C-F262-7976-80B13A3AA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70C774F-2DA5-F6FE-E5D3-E5768351F1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EE861C0-B208-BD77-41BE-C1B81552E1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57CC5EE-C19C-D668-FF4A-ACA68D9095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20AA61B-F38F-B7D8-D340-42714508EE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3EDCDA9-8D86-3013-7773-F30229A890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E2F89-41A6-47D1-B12C-335FAA75E062}" type="datetimeFigureOut">
              <a:rPr lang="ko-KR" altLang="en-US" smtClean="0"/>
              <a:t>2025-11-09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9812106-2D6C-B768-CB86-1830C63D09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1A97591-9374-B632-3E5C-F218AC920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72653-6786-4639-9DCA-E5B1AED75D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0509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C90226-1C6A-73BD-8774-2190D4F0B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88C5DFC-44A4-33CD-2D36-A9DA698E0B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E2F89-41A6-47D1-B12C-335FAA75E062}" type="datetimeFigureOut">
              <a:rPr lang="ko-KR" altLang="en-US" smtClean="0"/>
              <a:t>2025-11-09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BB75DFD-1143-A5D7-4C89-512AC4C85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03EEF4D-A86B-79DD-F834-3E559F139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72653-6786-4639-9DCA-E5B1AED75D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3350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B5BB14A-82E4-AF48-E47D-D8FE5B7E6B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E2F89-41A6-47D1-B12C-335FAA75E062}" type="datetimeFigureOut">
              <a:rPr lang="ko-KR" altLang="en-US" smtClean="0"/>
              <a:t>2025-11-09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CA5B8BB-0442-9E94-B0BA-A1DB67F0C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1887DDA-BBE8-6F1A-07C6-5652F440A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72653-6786-4639-9DCA-E5B1AED75D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66353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70152E-EEC5-EB30-3B5C-0A1EEF559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565E3DF-DD67-F1F5-3FCA-F79AD721A7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ADBD338-28F3-7D8B-A707-3AC60BE259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6983320-7BA4-385E-0C80-553DF148D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E2F89-41A6-47D1-B12C-335FAA75E062}" type="datetimeFigureOut">
              <a:rPr lang="ko-KR" altLang="en-US" smtClean="0"/>
              <a:t>2025-11-09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C5982B3-9B65-2996-020E-61130ADC8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1458E70-119F-69CB-1572-5204EAFF7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72653-6786-4639-9DCA-E5B1AED75D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1197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D8919B-1871-E7A6-3241-3DEF7FF0E3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A96EB3F-DB3E-20D4-E1CC-6DEBB6BEE7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91B7360-74B6-11E5-DAD6-C3211D7317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9E75E98-E00D-EE6E-AD26-9DE263D805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E2F89-41A6-47D1-B12C-335FAA75E062}" type="datetimeFigureOut">
              <a:rPr lang="ko-KR" altLang="en-US" smtClean="0"/>
              <a:t>2025-11-09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5FF544C-EAB7-E79D-F04C-5BE09919F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2622C39-FA8B-8D97-97D1-B00E32C63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72653-6786-4639-9DCA-E5B1AED75D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41375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42DBB8-5B31-4E0C-73B9-94C9AA1BE2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2A5E9DB-AAFC-7460-5FA4-C102394B17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F95594B-BF57-D4A1-36F8-4256F3B2A3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E2F89-41A6-47D1-B12C-335FAA75E062}" type="datetimeFigureOut">
              <a:rPr lang="ko-KR" altLang="en-US" smtClean="0"/>
              <a:t>2025-11-09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EAB0745-7203-1D60-3669-41C73C17D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C07450D-C9BF-1BC9-C906-705A1AB63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72653-6786-4639-9DCA-E5B1AED75D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31532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1CB99CA-6CDF-A37C-2FBD-E6687912CC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6EF2C41-62DC-14E9-F2F9-3A9D315A57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1ECDB78-0364-4788-25F5-8B3E8E2179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E2F89-41A6-47D1-B12C-335FAA75E062}" type="datetimeFigureOut">
              <a:rPr lang="ko-KR" altLang="en-US" smtClean="0"/>
              <a:t>2025-11-09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9F59DD9-9A1F-21F7-D303-AACEC2C17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4D234A5-537F-8171-985B-4D9A8EA82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72653-6786-4639-9DCA-E5B1AED75D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0533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AA296B3-2344-EE0C-F31B-FBA7B919A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12C122D-87C8-C2E1-8BAA-259372F99C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A861D48-6693-89DB-3C00-7A9D06D365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9E2F89-41A6-47D1-B12C-335FAA75E062}" type="datetimeFigureOut">
              <a:rPr lang="ko-KR" altLang="en-US" smtClean="0"/>
              <a:t>2025-11-09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43FF6B0-693C-1F3D-4B9D-BE7475532B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ED01245-ABCD-6C22-2299-21D4A1A7F3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672653-6786-4639-9DCA-E5B1AED75D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9699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FDA3F920-A97A-121A-B63B-BF75074E7A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0999144"/>
              </p:ext>
            </p:extLst>
          </p:nvPr>
        </p:nvGraphicFramePr>
        <p:xfrm>
          <a:off x="132736" y="98322"/>
          <a:ext cx="11926528" cy="656230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36293">
                  <a:extLst>
                    <a:ext uri="{9D8B030D-6E8A-4147-A177-3AD203B41FA5}">
                      <a16:colId xmlns:a16="http://schemas.microsoft.com/office/drawing/2014/main" val="1010163120"/>
                    </a:ext>
                  </a:extLst>
                </a:gridCol>
                <a:gridCol w="966726">
                  <a:extLst>
                    <a:ext uri="{9D8B030D-6E8A-4147-A177-3AD203B41FA5}">
                      <a16:colId xmlns:a16="http://schemas.microsoft.com/office/drawing/2014/main" val="444567723"/>
                    </a:ext>
                  </a:extLst>
                </a:gridCol>
                <a:gridCol w="8991122">
                  <a:extLst>
                    <a:ext uri="{9D8B030D-6E8A-4147-A177-3AD203B41FA5}">
                      <a16:colId xmlns:a16="http://schemas.microsoft.com/office/drawing/2014/main" val="3610953414"/>
                    </a:ext>
                  </a:extLst>
                </a:gridCol>
                <a:gridCol w="1032387">
                  <a:extLst>
                    <a:ext uri="{9D8B030D-6E8A-4147-A177-3AD203B41FA5}">
                      <a16:colId xmlns:a16="http://schemas.microsoft.com/office/drawing/2014/main" val="1807790431"/>
                    </a:ext>
                  </a:extLst>
                </a:gridCol>
              </a:tblGrid>
              <a:tr h="46645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주차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latinLnBrk="1"/>
                      <a:endParaRPr lang="ko-KR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latinLnBrk="1"/>
                      <a:endParaRPr lang="ko-KR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진행률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5730684"/>
                  </a:ext>
                </a:extLst>
              </a:tr>
              <a:tr h="354124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r>
                        <a:rPr lang="ko-KR" altLang="en-US" dirty="0"/>
                        <a:t>주차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계획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캐릭터 기본 상호작용 구현 </a:t>
                      </a: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이동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점프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 err="1"/>
                        <a:t>대쉬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8159054"/>
                  </a:ext>
                </a:extLst>
              </a:tr>
              <a:tr h="354124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결과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모두 구현 완료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100%</a:t>
                      </a:r>
                      <a:endParaRPr lang="ko-KR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8569452"/>
                  </a:ext>
                </a:extLst>
              </a:tr>
              <a:tr h="354124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</a:t>
                      </a:r>
                      <a:r>
                        <a:rPr lang="ko-KR" altLang="en-US" dirty="0"/>
                        <a:t>주차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계획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캐릭터 공격 및 스킬 구현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5091811"/>
                  </a:ext>
                </a:extLst>
              </a:tr>
              <a:tr h="354124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결과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모두 구현 완료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100%</a:t>
                      </a:r>
                      <a:endParaRPr lang="ko-KR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4778249"/>
                  </a:ext>
                </a:extLst>
              </a:tr>
              <a:tr h="354124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</a:t>
                      </a:r>
                      <a:r>
                        <a:rPr lang="ko-KR" altLang="en-US" dirty="0"/>
                        <a:t>주차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계획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상점 구현 </a:t>
                      </a: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캐릭터 강화 등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9584894"/>
                  </a:ext>
                </a:extLst>
              </a:tr>
              <a:tr h="354124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결과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모두 구현 완료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100%</a:t>
                      </a:r>
                      <a:endParaRPr lang="ko-KR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2651401"/>
                  </a:ext>
                </a:extLst>
              </a:tr>
              <a:tr h="354124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4</a:t>
                      </a:r>
                      <a:r>
                        <a:rPr lang="ko-KR" altLang="en-US" dirty="0"/>
                        <a:t>주차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계획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몬스터와 캐릭터의 전투 상호작용 구현 </a:t>
                      </a: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공격과 피격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회피 등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1829294"/>
                  </a:ext>
                </a:extLst>
              </a:tr>
              <a:tr h="354124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결과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캐릭터 사망 시 처리 보류</a:t>
                      </a:r>
                      <a:r>
                        <a:rPr lang="en-US" altLang="ko-KR" dirty="0"/>
                        <a:t>. </a:t>
                      </a:r>
                      <a:r>
                        <a:rPr lang="ko-KR" altLang="en-US" dirty="0"/>
                        <a:t>모든 구현 완료 후 캐릭터 사망 구현</a:t>
                      </a:r>
                      <a:r>
                        <a:rPr lang="en-US" altLang="ko-KR" dirty="0"/>
                        <a:t>. </a:t>
                      </a:r>
                    </a:p>
                    <a:p>
                      <a:pPr algn="l" latinLnBrk="1"/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캐릭터 사망 시 게임 초기화 후 다시 시작하도록 할 계획</a:t>
                      </a:r>
                      <a:r>
                        <a:rPr lang="en-US" altLang="ko-KR" dirty="0"/>
                        <a:t>)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95%</a:t>
                      </a:r>
                      <a:endParaRPr lang="ko-KR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9866279"/>
                  </a:ext>
                </a:extLst>
              </a:tr>
              <a:tr h="46095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5</a:t>
                      </a:r>
                      <a:r>
                        <a:rPr lang="ko-KR" altLang="en-US" dirty="0"/>
                        <a:t>주차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계획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구획 </a:t>
                      </a:r>
                      <a:r>
                        <a:rPr lang="en-US" altLang="ko-KR" dirty="0"/>
                        <a:t>1 </a:t>
                      </a:r>
                      <a:r>
                        <a:rPr lang="ko-KR" altLang="en-US" dirty="0"/>
                        <a:t>구현 </a:t>
                      </a: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구획 구현 시 </a:t>
                      </a:r>
                      <a:r>
                        <a:rPr lang="ko-KR" altLang="en-US" dirty="0" err="1"/>
                        <a:t>드랍되는</a:t>
                      </a:r>
                      <a:r>
                        <a:rPr lang="ko-KR" altLang="en-US" dirty="0"/>
                        <a:t> 경험치 및 </a:t>
                      </a:r>
                      <a:r>
                        <a:rPr lang="ko-KR" altLang="en-US" dirty="0" err="1"/>
                        <a:t>골드량</a:t>
                      </a:r>
                      <a:r>
                        <a:rPr lang="ko-KR" altLang="en-US" dirty="0"/>
                        <a:t> 조절</a:t>
                      </a:r>
                      <a:r>
                        <a:rPr lang="en-US" altLang="ko-KR" dirty="0"/>
                        <a:t>) (</a:t>
                      </a:r>
                      <a:r>
                        <a:rPr lang="ko-KR" altLang="en-US" dirty="0"/>
                        <a:t>몬스터 </a:t>
                      </a:r>
                      <a:r>
                        <a:rPr lang="ko-KR" altLang="en-US" dirty="0" err="1"/>
                        <a:t>스텟도</a:t>
                      </a:r>
                      <a:r>
                        <a:rPr lang="ko-KR" altLang="en-US" dirty="0"/>
                        <a:t> 조정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7335962"/>
                  </a:ext>
                </a:extLst>
              </a:tr>
              <a:tr h="4472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6</a:t>
                      </a:r>
                      <a:r>
                        <a:rPr lang="ko-KR" altLang="en-US" dirty="0"/>
                        <a:t>주차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계획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구획 </a:t>
                      </a:r>
                      <a:r>
                        <a:rPr lang="en-US" altLang="ko-KR" dirty="0"/>
                        <a:t>2 </a:t>
                      </a:r>
                      <a:r>
                        <a:rPr lang="ko-KR" altLang="en-US" dirty="0"/>
                        <a:t>구현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7010885"/>
                  </a:ext>
                </a:extLst>
              </a:tr>
              <a:tr h="40933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7</a:t>
                      </a:r>
                      <a:r>
                        <a:rPr lang="ko-KR" altLang="en-US" dirty="0"/>
                        <a:t>주차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계획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구획 </a:t>
                      </a:r>
                      <a:r>
                        <a:rPr lang="en-US" altLang="ko-KR" dirty="0"/>
                        <a:t>3 </a:t>
                      </a:r>
                      <a:r>
                        <a:rPr lang="ko-KR" altLang="en-US" dirty="0"/>
                        <a:t>구현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3258896"/>
                  </a:ext>
                </a:extLst>
              </a:tr>
              <a:tr h="43789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8</a:t>
                      </a:r>
                      <a:r>
                        <a:rPr lang="ko-KR" altLang="en-US" dirty="0"/>
                        <a:t>주차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계획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최종 </a:t>
                      </a:r>
                      <a:r>
                        <a:rPr lang="ko-KR" altLang="en-US" dirty="0" err="1"/>
                        <a:t>보스전</a:t>
                      </a:r>
                      <a:r>
                        <a:rPr lang="ko-KR" altLang="en-US" dirty="0"/>
                        <a:t> 구현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439103"/>
                  </a:ext>
                </a:extLst>
              </a:tr>
              <a:tr h="380021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9</a:t>
                      </a:r>
                      <a:r>
                        <a:rPr lang="ko-KR" altLang="en-US" dirty="0"/>
                        <a:t>주차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계획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포탈 사용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캐릭터 </a:t>
                      </a:r>
                      <a:r>
                        <a:rPr lang="ko-KR" altLang="en-US" dirty="0" err="1"/>
                        <a:t>체력바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경험치 현황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골드 현황 등의 </a:t>
                      </a:r>
                      <a:r>
                        <a:rPr lang="en-US" altLang="ko-KR" dirty="0"/>
                        <a:t>UI </a:t>
                      </a:r>
                      <a:r>
                        <a:rPr lang="ko-KR" altLang="en-US" dirty="0"/>
                        <a:t>추가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7251923"/>
                  </a:ext>
                </a:extLst>
              </a:tr>
              <a:tr h="38002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결과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플레이어 캐릭터 </a:t>
                      </a:r>
                      <a:r>
                        <a:rPr lang="en-US" altLang="ko-KR" dirty="0"/>
                        <a:t>UI </a:t>
                      </a:r>
                      <a:r>
                        <a:rPr lang="ko-KR" altLang="en-US" dirty="0"/>
                        <a:t>및 몬스터 </a:t>
                      </a:r>
                      <a:r>
                        <a:rPr lang="ko-KR" altLang="en-US" dirty="0" err="1"/>
                        <a:t>체력바</a:t>
                      </a:r>
                      <a:r>
                        <a:rPr lang="ko-KR" altLang="en-US" dirty="0"/>
                        <a:t> 구현 완료</a:t>
                      </a:r>
                      <a:r>
                        <a:rPr lang="en-US" altLang="ko-KR" dirty="0"/>
                        <a:t>. </a:t>
                      </a:r>
                      <a:r>
                        <a:rPr lang="ko-KR" altLang="en-US" dirty="0" err="1"/>
                        <a:t>엘리트몹과</a:t>
                      </a:r>
                      <a:r>
                        <a:rPr lang="ko-KR" altLang="en-US" dirty="0"/>
                        <a:t> 최종 보스는 </a:t>
                      </a:r>
                      <a:r>
                        <a:rPr lang="ko-KR" altLang="en-US" dirty="0" err="1"/>
                        <a:t>미구현</a:t>
                      </a:r>
                      <a:endParaRPr lang="ko-KR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80%</a:t>
                      </a:r>
                      <a:endParaRPr lang="ko-KR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754894"/>
                  </a:ext>
                </a:extLst>
              </a:tr>
              <a:tr h="38002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평균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95%</a:t>
                      </a:r>
                      <a:endParaRPr lang="ko-KR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26309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749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77232DE-5D67-3DF2-4CB6-BB63212744E2}"/>
              </a:ext>
            </a:extLst>
          </p:cNvPr>
          <p:cNvSpPr txBox="1"/>
          <p:nvPr/>
        </p:nvSpPr>
        <p:spPr>
          <a:xfrm>
            <a:off x="678426" y="1366684"/>
            <a:ext cx="11088292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1. 9</a:t>
            </a:r>
            <a:r>
              <a:rPr lang="ko-KR" altLang="en-US" dirty="0"/>
              <a:t>주차 </a:t>
            </a:r>
            <a:r>
              <a:rPr lang="en-US" altLang="ko-KR" dirty="0"/>
              <a:t>UI </a:t>
            </a:r>
            <a:r>
              <a:rPr lang="ko-KR" altLang="en-US" dirty="0"/>
              <a:t>및 편의 시스템 관련 계획 변경</a:t>
            </a:r>
            <a:r>
              <a:rPr lang="en-US" altLang="ko-KR" dirty="0"/>
              <a:t>:</a:t>
            </a:r>
          </a:p>
          <a:p>
            <a:r>
              <a:rPr lang="en-US" altLang="ko-KR" dirty="0"/>
              <a:t> - </a:t>
            </a:r>
            <a:r>
              <a:rPr lang="ko-KR" altLang="en-US" dirty="0"/>
              <a:t>개발 과정에서 디버깅 과정에 필요함을 느껴 미리 앞당겨 제작하게 되었습니다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2. </a:t>
            </a:r>
            <a:r>
              <a:rPr lang="ko-KR" altLang="en-US" dirty="0"/>
              <a:t>추가 변동 사항</a:t>
            </a:r>
            <a:r>
              <a:rPr lang="en-US" altLang="ko-KR" dirty="0"/>
              <a:t>:</a:t>
            </a:r>
          </a:p>
          <a:p>
            <a:r>
              <a:rPr lang="en-US" altLang="ko-KR" dirty="0"/>
              <a:t> - </a:t>
            </a:r>
            <a:r>
              <a:rPr lang="ko-KR" altLang="en-US" dirty="0" err="1"/>
              <a:t>엘리트몹도</a:t>
            </a:r>
            <a:r>
              <a:rPr lang="ko-KR" altLang="en-US" dirty="0"/>
              <a:t> </a:t>
            </a:r>
            <a:r>
              <a:rPr lang="ko-KR" altLang="en-US" dirty="0" err="1"/>
              <a:t>리스폰</a:t>
            </a:r>
            <a:r>
              <a:rPr lang="ko-KR" altLang="en-US" dirty="0"/>
              <a:t> 되도록 수정 </a:t>
            </a:r>
            <a:r>
              <a:rPr lang="en-US" altLang="ko-KR" dirty="0"/>
              <a:t>(</a:t>
            </a:r>
            <a:r>
              <a:rPr lang="ko-KR" altLang="en-US" dirty="0"/>
              <a:t>성장 속도 증가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r>
              <a:rPr lang="en-US" altLang="ko-KR" dirty="0"/>
              <a:t> - </a:t>
            </a:r>
            <a:r>
              <a:rPr lang="ko-KR" altLang="en-US" dirty="0" err="1"/>
              <a:t>엘리트몹을</a:t>
            </a:r>
            <a:r>
              <a:rPr lang="ko-KR" altLang="en-US" dirty="0"/>
              <a:t> 반드시 처치해야만 다음 스테이지로 넘어갈 수 있도록 하던 것을</a:t>
            </a:r>
            <a:r>
              <a:rPr lang="en-US" altLang="ko-KR" dirty="0"/>
              <a:t>, </a:t>
            </a:r>
            <a:r>
              <a:rPr lang="ko-KR" altLang="en-US" dirty="0"/>
              <a:t>굳이 처치하지 않아도</a:t>
            </a:r>
            <a:endParaRPr lang="en-US" altLang="ko-KR" dirty="0"/>
          </a:p>
          <a:p>
            <a:r>
              <a:rPr lang="ko-KR" altLang="en-US" dirty="0"/>
              <a:t>넘어갈 수 있도록 변경 </a:t>
            </a:r>
            <a:r>
              <a:rPr lang="en-US" altLang="ko-KR" dirty="0"/>
              <a:t>(</a:t>
            </a:r>
            <a:r>
              <a:rPr lang="ko-KR" altLang="en-US" dirty="0"/>
              <a:t>자유도 상승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r>
              <a:rPr lang="en-US" altLang="ko-KR" dirty="0"/>
              <a:t> - </a:t>
            </a:r>
            <a:r>
              <a:rPr lang="ko-KR" altLang="en-US" dirty="0" err="1"/>
              <a:t>엘리트몹이</a:t>
            </a:r>
            <a:r>
              <a:rPr lang="ko-KR" altLang="en-US" dirty="0"/>
              <a:t> 길목을 </a:t>
            </a:r>
            <a:r>
              <a:rPr lang="ko-KR" altLang="en-US" dirty="0" err="1"/>
              <a:t>막아서서</a:t>
            </a:r>
            <a:r>
              <a:rPr lang="ko-KR" altLang="en-US" dirty="0"/>
              <a:t> 고정적인 위치에 있는 것이 아닌</a:t>
            </a:r>
            <a:r>
              <a:rPr lang="en-US" altLang="ko-KR" dirty="0"/>
              <a:t>, </a:t>
            </a:r>
            <a:r>
              <a:rPr lang="ko-KR" altLang="en-US" dirty="0"/>
              <a:t>해당 스테이지를 돌아다니며 플레이어를</a:t>
            </a:r>
            <a:endParaRPr lang="en-US" altLang="ko-KR" dirty="0"/>
          </a:p>
          <a:p>
            <a:r>
              <a:rPr lang="ko-KR" altLang="en-US" dirty="0"/>
              <a:t>공격하도록 변경 </a:t>
            </a:r>
            <a:r>
              <a:rPr lang="en-US" altLang="ko-KR" dirty="0"/>
              <a:t>(</a:t>
            </a:r>
            <a:r>
              <a:rPr lang="ko-KR" altLang="en-US" dirty="0"/>
              <a:t>전투 재미 상승</a:t>
            </a:r>
            <a:r>
              <a:rPr lang="en-US" altLang="ko-KR" dirty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877567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A14087C-0028-72B0-3A01-D3208E3CC1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966" y="256732"/>
            <a:ext cx="10698068" cy="6344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39852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259</Words>
  <Application>Microsoft Office PowerPoint</Application>
  <PresentationFormat>와이드스크린</PresentationFormat>
  <Paragraphs>59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Main</dc:creator>
  <cp:lastModifiedBy>Main</cp:lastModifiedBy>
  <cp:revision>4</cp:revision>
  <dcterms:created xsi:type="dcterms:W3CDTF">2025-11-09T02:36:09Z</dcterms:created>
  <dcterms:modified xsi:type="dcterms:W3CDTF">2025-11-09T03:15:45Z</dcterms:modified>
</cp:coreProperties>
</file>