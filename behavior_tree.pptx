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707772-43FC-4446-8FD5-868A14C84C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E81E3EB-4AB0-7DBB-1956-DA7EC83070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304E11-B4AD-7932-D9B1-9C1580AE4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213-681C-4662-859C-3985C47B16CA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6570D0-0759-F14C-D7CA-4A2A81901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4E6ED4-A40A-39E1-E6BD-C0A7BCE1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DE5DE-6B55-43D1-9FF7-9FA0300A68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2570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76B419-0902-125A-7D16-9EA99A132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1A951-C806-0057-F668-6F615F731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29919D-E7F6-6A02-B6DD-43CF70BF7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213-681C-4662-859C-3985C47B16CA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9530AD-0E3F-E080-9E6F-A2918E6E4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110A04-52B5-3FBF-0700-68F5D0E13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DE5DE-6B55-43D1-9FF7-9FA0300A68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9594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BDE31B-6056-1433-8A73-E1B88E069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1F2488-CFFB-5269-54B7-1821B16F2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CD1F1D-2643-25A1-EB84-161AC5BB9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213-681C-4662-859C-3985C47B16CA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03B023-B2E4-CF3D-A2B5-B3E517650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2D28D8-7EEE-D1B3-0EDD-0E18EABA9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DE5DE-6B55-43D1-9FF7-9FA0300A68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31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94E06-FB48-6B89-94E1-7797E3518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C9ABF8-FD81-80E8-AD0D-AEB2F0F077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29F837-D1D7-360F-2631-E90352C4F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217C5D-3F98-AB47-AB4D-4A15FBFA5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213-681C-4662-859C-3985C47B16CA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7521E3-A3C4-42A0-048C-BB65749D5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4C2EDF-A224-5BC6-A65E-E2BA05A8B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DE5DE-6B55-43D1-9FF7-9FA0300A68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777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269EBE-D2A9-A8A3-6F98-803FB88ED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B53196-8626-5FC8-FB0A-46DF1AC93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E64727-86C5-A4AB-367A-33FD576182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1002643-D791-6C90-C8F3-A37F4028F5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B713BC0-01A5-2478-6F28-A19E983F9F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D14094F-321F-31B6-A77A-4AC34A5D2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213-681C-4662-859C-3985C47B16CA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C275D84-97A6-5590-435F-FCCD7AB73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036CE7E-6DB7-F56D-F682-102C702BA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DE5DE-6B55-43D1-9FF7-9FA0300A68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3959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834E47-146C-A8F4-8B7B-BC7B0DBB1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EEAD60D-FFA0-6175-5BF9-1A9987771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213-681C-4662-859C-3985C47B16CA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6A0AF1-22BD-1770-538E-B1029CA51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B9D545-7482-A1B4-97AB-74D6B1AF2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DE5DE-6B55-43D1-9FF7-9FA0300A68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387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640936D-EBE4-3D5E-4214-8A2C93DC5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213-681C-4662-859C-3985C47B16CA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0E4008-9530-F7F6-AD07-B19662559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043CDB-4AD4-EAB6-D26C-C051A3872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DE5DE-6B55-43D1-9FF7-9FA0300A68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3800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71781C-930E-D8EC-06A7-2C6BA7548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14FA3E-1E98-9C65-0957-D177ECB8B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F54085-70EA-193E-0AF9-7B83D3E1A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F8D783-8B4F-40F5-9199-950F99B3E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213-681C-4662-859C-3985C47B16CA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C8722F-149D-04A5-E8AF-028364F3D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2C4E44-F89B-E9BF-B2E2-54D7BEB51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DE5DE-6B55-43D1-9FF7-9FA0300A68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104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1A9B9C-7C93-D50F-D5FD-9132B1F6F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F95B870-FECE-1224-1EEC-3D911F223C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A7A9CB-63E5-D92C-01F2-330EA230C2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94AE9F-105B-9ED4-0F38-17EF1C6EA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213-681C-4662-859C-3985C47B16CA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CC2109-9132-AEDD-A69E-F0BCB53E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D26867-CB91-D4AA-D11C-80E113CFA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DE5DE-6B55-43D1-9FF7-9FA0300A68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3900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BEEDA1-6D95-27DA-72D7-7509AFF2F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B17CF30-0FC2-6BCC-4BC4-2E15DAD15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1A6628-439F-1ECB-50BA-0BF19C3A0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213-681C-4662-859C-3985C47B16CA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A89009-A4C8-8BF7-B7D3-B24CDAF87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D1857C-DD20-9362-0CAF-C8D1BB9E6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DE5DE-6B55-43D1-9FF7-9FA0300A68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5570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7DE80E1-B3AB-199C-E4DB-0D20A2B546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0B42AE-9881-434B-CBB3-04CFFD4084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9A9B07-E5C6-B39D-E5CE-E4D070274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213-681C-4662-859C-3985C47B16CA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223E61-A660-5EC2-4622-126DC9DAD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4F43E-9093-8729-5B41-2FDBBC9A6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DE5DE-6B55-43D1-9FF7-9FA0300A68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763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94953F5-C95E-01AE-F0AF-8A2757313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4747A7-3477-9A59-0C4C-760166E3D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17F189-9837-411A-093F-5670AD317A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5EA213-681C-4662-859C-3985C47B16CA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C6397B-D5A2-134E-B7BF-2ED85B2395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029178-92E8-B18F-402C-AFE6B14E2D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DDE5DE-6B55-43D1-9FF7-9FA0300A68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1927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047970E-9458-4C0F-B514-5A3A910D25CC}"/>
              </a:ext>
            </a:extLst>
          </p:cNvPr>
          <p:cNvSpPr/>
          <p:nvPr/>
        </p:nvSpPr>
        <p:spPr>
          <a:xfrm>
            <a:off x="5275006" y="157316"/>
            <a:ext cx="1641987" cy="88490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Selector</a:t>
            </a:r>
          </a:p>
          <a:p>
            <a:pPr algn="ctr"/>
            <a:r>
              <a:rPr lang="en-US" altLang="ko-KR" dirty="0" err="1">
                <a:solidFill>
                  <a:sysClr val="windowText" lastClr="000000"/>
                </a:solidFill>
              </a:rPr>
              <a:t>Boss_behavior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7D4A980-498D-F7EF-6BFB-F8844A5650CC}"/>
              </a:ext>
            </a:extLst>
          </p:cNvPr>
          <p:cNvSpPr/>
          <p:nvPr/>
        </p:nvSpPr>
        <p:spPr>
          <a:xfrm>
            <a:off x="1096298" y="1710813"/>
            <a:ext cx="1641987" cy="88490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Sequence</a:t>
            </a:r>
          </a:p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Attack3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C8336C6-3345-6E50-58F4-443DD207652F}"/>
              </a:ext>
            </a:extLst>
          </p:cNvPr>
          <p:cNvSpPr/>
          <p:nvPr/>
        </p:nvSpPr>
        <p:spPr>
          <a:xfrm>
            <a:off x="5275006" y="1710813"/>
            <a:ext cx="1641987" cy="88490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Sequence</a:t>
            </a:r>
          </a:p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Attack2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209DBEB-1D51-E433-D2D1-0D033B70DEF7}"/>
              </a:ext>
            </a:extLst>
          </p:cNvPr>
          <p:cNvSpPr/>
          <p:nvPr/>
        </p:nvSpPr>
        <p:spPr>
          <a:xfrm>
            <a:off x="9453715" y="1710813"/>
            <a:ext cx="1641987" cy="88490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Action</a:t>
            </a:r>
          </a:p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Attack1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5285F49-30AB-57CD-06F3-502EC274E712}"/>
              </a:ext>
            </a:extLst>
          </p:cNvPr>
          <p:cNvSpPr/>
          <p:nvPr/>
        </p:nvSpPr>
        <p:spPr>
          <a:xfrm>
            <a:off x="275304" y="2986548"/>
            <a:ext cx="1641987" cy="88490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Condition</a:t>
            </a:r>
          </a:p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if closest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C9EF19C-C2D2-6745-73B8-B63F3642B7E2}"/>
              </a:ext>
            </a:extLst>
          </p:cNvPr>
          <p:cNvSpPr/>
          <p:nvPr/>
        </p:nvSpPr>
        <p:spPr>
          <a:xfrm>
            <a:off x="1917291" y="2986548"/>
            <a:ext cx="1641987" cy="88490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Action</a:t>
            </a:r>
          </a:p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attack3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1621669-16F0-79A8-8A8B-DF4C7610DEFB}"/>
              </a:ext>
            </a:extLst>
          </p:cNvPr>
          <p:cNvSpPr/>
          <p:nvPr/>
        </p:nvSpPr>
        <p:spPr>
          <a:xfrm>
            <a:off x="4454013" y="2986548"/>
            <a:ext cx="1641987" cy="88490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Condition</a:t>
            </a:r>
          </a:p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if attack1 count == 5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4FEA873-ED8F-3937-AE6E-3DB860DB7001}"/>
              </a:ext>
            </a:extLst>
          </p:cNvPr>
          <p:cNvSpPr/>
          <p:nvPr/>
        </p:nvSpPr>
        <p:spPr>
          <a:xfrm>
            <a:off x="6096000" y="2986548"/>
            <a:ext cx="1641987" cy="88490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Action</a:t>
            </a:r>
          </a:p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attack2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50410FA-12F7-8FC0-4EF4-37507196DC4B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1917292" y="1042219"/>
            <a:ext cx="4178708" cy="6685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726054D5-A961-20E5-51ED-7FFFB3711EC6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6096000" y="1042219"/>
            <a:ext cx="0" cy="6685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7C04328-DF76-3641-F774-712553BECD0A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6096000" y="1042219"/>
            <a:ext cx="4178709" cy="6685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E552B73A-38E3-2140-D44F-C281FFE984B7}"/>
              </a:ext>
            </a:extLst>
          </p:cNvPr>
          <p:cNvCxnSpPr>
            <a:stCxn id="5" idx="2"/>
            <a:endCxn id="8" idx="0"/>
          </p:cNvCxnSpPr>
          <p:nvPr/>
        </p:nvCxnSpPr>
        <p:spPr>
          <a:xfrm flipH="1">
            <a:off x="1096298" y="2595716"/>
            <a:ext cx="820994" cy="3908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9767B707-C209-DC53-6282-977FE5F1F7D3}"/>
              </a:ext>
            </a:extLst>
          </p:cNvPr>
          <p:cNvCxnSpPr>
            <a:stCxn id="5" idx="2"/>
            <a:endCxn id="9" idx="0"/>
          </p:cNvCxnSpPr>
          <p:nvPr/>
        </p:nvCxnSpPr>
        <p:spPr>
          <a:xfrm>
            <a:off x="1917292" y="2595716"/>
            <a:ext cx="820993" cy="3908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BEB488D-C7D3-0209-067C-597E08EFB427}"/>
              </a:ext>
            </a:extLst>
          </p:cNvPr>
          <p:cNvCxnSpPr>
            <a:stCxn id="6" idx="2"/>
            <a:endCxn id="10" idx="0"/>
          </p:cNvCxnSpPr>
          <p:nvPr/>
        </p:nvCxnSpPr>
        <p:spPr>
          <a:xfrm flipH="1">
            <a:off x="5275007" y="2595716"/>
            <a:ext cx="820993" cy="3908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3854C651-788C-5598-1B98-16608AE0D50E}"/>
              </a:ext>
            </a:extLst>
          </p:cNvPr>
          <p:cNvCxnSpPr>
            <a:stCxn id="6" idx="2"/>
            <a:endCxn id="11" idx="0"/>
          </p:cNvCxnSpPr>
          <p:nvPr/>
        </p:nvCxnSpPr>
        <p:spPr>
          <a:xfrm>
            <a:off x="6096000" y="2595716"/>
            <a:ext cx="820994" cy="3908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0998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와이드스크린</PresentationFormat>
  <Paragraphs>16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Main</dc:creator>
  <cp:lastModifiedBy>Main</cp:lastModifiedBy>
  <cp:revision>1</cp:revision>
  <dcterms:created xsi:type="dcterms:W3CDTF">2025-11-29T02:35:50Z</dcterms:created>
  <dcterms:modified xsi:type="dcterms:W3CDTF">2025-11-29T02:36:09Z</dcterms:modified>
</cp:coreProperties>
</file>