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1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A621A-2EB0-6555-F218-6ED353FAC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8277DD-C9C4-1E88-BD5A-FB675AFA0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6A3DBC-AB12-A18C-F469-F4E0E013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B95A3A-948F-1B1F-46FA-EC71DE66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812F7-E615-DF91-46FF-E56216F9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75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ED5B8-0EFF-4A05-34A9-D820397D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7B4FBB-AD0D-404A-96B1-5F93E115F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4D907-B617-38B6-3AA6-C9CBF20E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249F2-8130-2338-7398-93CE10D7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F24132-4C3B-1638-725C-79246ED6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40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AC26E-8C0C-4556-7C91-F9F09B250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91E4A8-C7FC-BDD4-3D0B-33B712C9F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AECECC-DDA6-F6C4-FA9C-2BDB62DB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9F2850-5BF8-B66F-6386-9957A22A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BE0452-FC10-B6E8-1231-602B871F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14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31289-8C75-7E1F-1A05-70748DA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1F495E-194E-AAF0-4A6D-02DA50F84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F256AC-664F-7604-8110-6E5F2A3D3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F9B240-A006-85F7-FF6F-9C498DD1C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2D5BFD-C542-F38D-3FFE-D67A09C6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7879C-1709-6407-3F4D-2AE82BB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3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2667A-5F6C-F262-7976-80B13A3A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0C774F-2DA5-F6FE-E5D3-E5768351F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E861C0-B208-BD77-41BE-C1B81552E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7CC5EE-C19C-D668-FF4A-ACA68D909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0AA61B-F38F-B7D8-D340-42714508E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EDCDA9-8D86-3013-7773-F30229A8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812106-2D6C-B768-CB86-1830C63D0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A97591-9374-B632-3E5C-F218AC92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5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90226-1C6A-73BD-8774-2190D4F0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8C5DFC-44A4-33CD-2D36-A9DA698E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B75DFD-1143-A5D7-4C89-512AC4C8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EEF4D-A86B-79DD-F834-3E559F139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5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5BB14A-82E4-AF48-E47D-D8FE5B7E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A5B8BB-0442-9E94-B0BA-A1DB67F0C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87DDA-BBE8-6F1A-07C6-5652F440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63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0152E-EEC5-EB30-3B5C-0A1EEF55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5E3DF-DD67-F1F5-3FCA-F79AD721A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DBD338-28F3-7D8B-A707-3AC60BE25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983320-7BA4-385E-0C80-553DF148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5982B3-9B65-2996-020E-61130ADC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458E70-119F-69CB-1572-5204EAFF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1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8919B-1871-E7A6-3241-3DEF7FF0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96EB3F-DB3E-20D4-E1CC-6DEBB6BEE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B7360-74B6-11E5-DAD6-C3211D731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E75E98-E00D-EE6E-AD26-9DE263D8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FF544C-EAB7-E79D-F04C-5BE09919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622C39-FA8B-8D97-97D1-B00E32C6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13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2DBB8-5B31-4E0C-73B9-94C9AA1B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A5E9DB-AAFC-7460-5FA4-C102394B1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5594B-BF57-D4A1-36F8-4256F3B2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AB0745-7203-1D60-3669-41C73C17D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07450D-C9BF-1BC9-C906-705A1AB6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15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CB99CA-6CDF-A37C-2FBD-E6687912C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EF2C41-62DC-14E9-F2F9-3A9D315A5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CDB78-0364-4788-25F5-8B3E8E217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F59DD9-9A1F-21F7-D303-AACEC2C1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234A5-537F-8171-985B-4D9A8EA8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A296B3-2344-EE0C-F31B-FBA7B919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2C122D-87C8-C2E1-8BAA-259372F99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861D48-6693-89DB-3C00-7A9D06D36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E2F89-41A6-47D1-B12C-335FAA75E06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FF6B0-693C-1F3D-4B9D-BE7475532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01245-ABCD-6C22-2299-21D4A1A7F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72653-6786-4639-9DCA-E5B1AED75D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69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58C144B-2A41-D5D1-3292-3A8B0C6AA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404850"/>
              </p:ext>
            </p:extLst>
          </p:nvPr>
        </p:nvGraphicFramePr>
        <p:xfrm>
          <a:off x="191729" y="127656"/>
          <a:ext cx="11808542" cy="6050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6787">
                  <a:extLst>
                    <a:ext uri="{9D8B030D-6E8A-4147-A177-3AD203B41FA5}">
                      <a16:colId xmlns:a16="http://schemas.microsoft.com/office/drawing/2014/main" val="1498378650"/>
                    </a:ext>
                  </a:extLst>
                </a:gridCol>
                <a:gridCol w="5786284">
                  <a:extLst>
                    <a:ext uri="{9D8B030D-6E8A-4147-A177-3AD203B41FA5}">
                      <a16:colId xmlns:a16="http://schemas.microsoft.com/office/drawing/2014/main" val="1844049659"/>
                    </a:ext>
                  </a:extLst>
                </a:gridCol>
                <a:gridCol w="3106994">
                  <a:extLst>
                    <a:ext uri="{9D8B030D-6E8A-4147-A177-3AD203B41FA5}">
                      <a16:colId xmlns:a16="http://schemas.microsoft.com/office/drawing/2014/main" val="792187740"/>
                    </a:ext>
                  </a:extLst>
                </a:gridCol>
                <a:gridCol w="968477">
                  <a:extLst>
                    <a:ext uri="{9D8B030D-6E8A-4147-A177-3AD203B41FA5}">
                      <a16:colId xmlns:a16="http://schemas.microsoft.com/office/drawing/2014/main" val="424213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 범위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진척도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43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스테이지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개와 상점 스테이지 및 보스 스테이지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모두 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24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컨트롤러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좌우 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대쉬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점프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모두 구현 완료했으나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점프 도중 방향 전환 어려움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방향키 입력 없이 </a:t>
                      </a:r>
                      <a:r>
                        <a:rPr lang="ko-KR" altLang="en-US" dirty="0" err="1"/>
                        <a:t>대쉬</a:t>
                      </a:r>
                      <a:r>
                        <a:rPr lang="ko-KR" altLang="en-US" dirty="0"/>
                        <a:t> 시 이동이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지속되는 경우가 발생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81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업그레이드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 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스킬 </a:t>
                      </a:r>
                      <a:r>
                        <a:rPr lang="en-US" altLang="ko-KR" dirty="0"/>
                        <a:t>1, 2 </a:t>
                      </a:r>
                      <a:r>
                        <a:rPr lang="ko-KR" altLang="en-US" dirty="0"/>
                        <a:t>업그레이드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공격력 및 공격 범위별 업그레이드 모두 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284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몬스터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보스 몬스터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모두 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411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배경 음악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캐릭터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공격 및 스킬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회피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피격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효과음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몬스터 피격 효과음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엘리트 </a:t>
                      </a:r>
                      <a:r>
                        <a:rPr lang="ko-KR" altLang="en-US" dirty="0" err="1"/>
                        <a:t>몹</a:t>
                      </a:r>
                      <a:r>
                        <a:rPr lang="ko-KR" altLang="en-US" dirty="0"/>
                        <a:t> 공격 효과음 및 보스 몬스터 각 공격 유형별 효과음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모두 추가 완료했으나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사운드가 종종 끊기는 경우가 발생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95%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316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애니메이션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움직임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대쉬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스킬 시전</a:t>
                      </a:r>
                      <a:r>
                        <a:rPr lang="en-US" altLang="ko-KR" dirty="0"/>
                        <a:t>), </a:t>
                      </a:r>
                      <a:r>
                        <a:rPr lang="ko-KR" altLang="en-US" dirty="0"/>
                        <a:t>엘리트 </a:t>
                      </a:r>
                      <a:r>
                        <a:rPr lang="ko-KR" altLang="en-US" dirty="0" err="1"/>
                        <a:t>몹</a:t>
                      </a:r>
                      <a:r>
                        <a:rPr lang="ko-KR" altLang="en-US" dirty="0"/>
                        <a:t> 좌우 이동 및 공격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보스몹</a:t>
                      </a:r>
                      <a:r>
                        <a:rPr lang="ko-KR" altLang="en-US" dirty="0"/>
                        <a:t> 각 패턴 별 모션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모두 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331271"/>
                  </a:ext>
                </a:extLst>
              </a:tr>
              <a:tr h="284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상호작용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플레이어의 각 공격과 몬스터의 피격 처리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몬스터의 공격으로 인한 플레이어 피격 처리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상점 클릭 시 각 버튼을 통한 업그레이드 수행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모두 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013411"/>
                  </a:ext>
                </a:extLst>
              </a:tr>
              <a:tr h="2840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체력 및 </a:t>
                      </a:r>
                      <a:r>
                        <a:rPr lang="ko-KR" altLang="en-US" dirty="0" err="1"/>
                        <a:t>경험치바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레벨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상점 상호작용을 위한 버튼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모두 구현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796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11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468FC6-F4A2-3973-B75C-174DEC1F2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926039"/>
              </p:ext>
            </p:extLst>
          </p:nvPr>
        </p:nvGraphicFramePr>
        <p:xfrm>
          <a:off x="2032000" y="2666453"/>
          <a:ext cx="81280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049326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95602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주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16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Week of Sep 28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28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Oct 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929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Oct 12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466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Oct 19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78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Oct 26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112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14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808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16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91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23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162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Nov 30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62635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54B39592-EE0A-2C52-28D8-782F0F4A5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8" y="112307"/>
            <a:ext cx="10633046" cy="244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52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254</Words>
  <Application>Microsoft Office PowerPoint</Application>
  <PresentationFormat>와이드스크린</PresentationFormat>
  <Paragraphs>59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</dc:creator>
  <cp:lastModifiedBy>Main</cp:lastModifiedBy>
  <cp:revision>14</cp:revision>
  <dcterms:created xsi:type="dcterms:W3CDTF">2025-11-09T02:36:09Z</dcterms:created>
  <dcterms:modified xsi:type="dcterms:W3CDTF">2025-12-07T10:53:36Z</dcterms:modified>
</cp:coreProperties>
</file>