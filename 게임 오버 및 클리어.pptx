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CDC01-8A1B-91A6-6878-1B5542594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BD60A4-F883-DA17-4759-8D392D379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EBED1-D022-5EF7-3595-39BD3825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6A70D-AB4A-3420-02C0-F21EFD1B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85EAA3-26DB-DF21-9253-B208C096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76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5B401-7E14-F507-FD24-54E05D28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0CE3F-63D7-794E-23EC-D5143B2A1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36C922-1E93-D000-6445-A42C6A8B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8D4A3-0518-67E3-4775-719F5328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94616D-EE18-46BA-87D3-8FC3E626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7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EB7C0-0146-621D-28F6-DB49E305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7D9A2-61FA-8D4C-3D5F-6DB1D799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C9B39A-B20B-ED74-14CC-7F14E653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93A73F-0A65-A7A9-3AA2-EB65D829E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DF0B5-6838-480B-2DA8-2266510B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94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F9ADB-A857-EFE1-7903-DA482A44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9AF58-D0C9-5416-148E-E04373CDF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582069-7193-6007-41BC-7F9815235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205316-4AF6-D9AC-CCCD-F49A232E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B23A2A-FEBB-CFC9-289F-4EFF5451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840AA8-ED47-551C-CBA5-AFDA9EFE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66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E8687-1293-444A-1DA0-295263BC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B1C471-6D67-019D-D837-378E9DF3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AF5969-DA2B-8329-38AA-16FAE7A03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CA3DD1-21BF-9F73-C7F3-60DA5A669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F22FF5-CE77-914C-157D-201D03BE4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FE4F8-7DB7-1F82-BF99-CD71DEB6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E8ABBB-503A-3C5E-F356-DFD6B3BD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DB7690-071E-A408-43AC-318C507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51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7E86E-836D-DD1F-15D3-2FCD8AEA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1EC8A0-4C19-63E8-CD99-BE1F719C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246E3F-F9AE-1B40-EA72-C59435B0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E2F856-EA11-1413-3BE1-BC54ABDC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7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81003A-D37B-F378-B34F-C3729B6B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53738E-0813-5F2B-DE53-C68C5A74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1D089-B7C5-4D64-C8CA-0F8C6134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48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15B1B-A36A-9B3A-CA0A-9AF989FB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DFB53-B046-FE8D-D840-B76DFDAF1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3F1F7-059A-BEBD-EC18-77DFA507C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C11B1-AF02-2AE8-E441-5A0414C0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684865-829C-32BB-4EEC-F49EB3A2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93B76-9678-1702-A2BB-C4BAC08B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39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34CAE-C8E4-BDCF-7662-46B8EB5F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3E1AF1-C43B-684A-8822-2BA099E0E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954ADF-DF0F-516F-4462-FCB19BFD0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FE7761-64C1-2513-96F8-CD3CAF07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4E69B-0269-7858-EA2C-3C521440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10860C-0696-CA1F-4855-298212FD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39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A6FFA-B985-CA4C-E8D7-505C3D66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E79A08-91F9-267E-7EAA-ED46B4030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54786-A701-3D14-B94E-51DB4BD9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EAF3E-3247-6253-7DCA-4F3902E8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917E9-297E-2FCC-D46F-E125A70A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51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BA3721-4B21-A9A7-75EB-AFE3613B0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E23DBE-2290-8219-C9CA-69727850D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C81612-EFE7-E338-BBA2-995CD18E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377664-4A2B-53FA-7FF7-C2DD5735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0B468C-2D4F-617D-EA94-1FAA797A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80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828D2-9E2F-1356-0A22-6AC54321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1C7EB2-6A67-4817-D020-CC31AFBA0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1FCCB7-4D91-6C9E-F1C3-F16D955C1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3F666-D0B8-499E-A2C6-F3A0ED13B12D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98FBA-0D59-3114-2316-48085BACB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2092E-BC93-0E56-A6D3-3098B00D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45C51-6003-4FDE-9B24-6CF138FF3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18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4353BD-7B72-66FF-EA97-F8425F179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04912"/>
            <a:ext cx="6096000" cy="44481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58ABDCA-F101-C2D9-96E2-9579C4DA5D9F}"/>
              </a:ext>
            </a:extLst>
          </p:cNvPr>
          <p:cNvSpPr/>
          <p:nvPr/>
        </p:nvSpPr>
        <p:spPr>
          <a:xfrm>
            <a:off x="4301613" y="3001295"/>
            <a:ext cx="3588774" cy="8554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ysClr val="windowText" lastClr="000000"/>
                </a:solidFill>
              </a:rPr>
              <a:t>Game Over</a:t>
            </a:r>
            <a:endParaRPr lang="ko-KR" altLang="en-US" sz="4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73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7FFE-79FA-DDDD-CA12-BBB26419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AD372D-1FE8-2468-00F0-F95ABC9EC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04912"/>
            <a:ext cx="6096000" cy="44481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7B9EC4-A70E-0F9C-575B-FD455E3B3FA5}"/>
              </a:ext>
            </a:extLst>
          </p:cNvPr>
          <p:cNvSpPr/>
          <p:nvPr/>
        </p:nvSpPr>
        <p:spPr>
          <a:xfrm>
            <a:off x="4301613" y="3001295"/>
            <a:ext cx="3588774" cy="8554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ysClr val="windowText" lastClr="000000"/>
                </a:solidFill>
              </a:rPr>
              <a:t>Game Clear!</a:t>
            </a:r>
            <a:endParaRPr lang="ko-KR" altLang="en-US" sz="4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8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25ECC6E-D568-EBF8-FBCE-11239C6C3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04912"/>
            <a:ext cx="6096000" cy="444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80888-75C9-F068-4247-DF1A6B748410}"/>
              </a:ext>
            </a:extLst>
          </p:cNvPr>
          <p:cNvSpPr txBox="1"/>
          <p:nvPr/>
        </p:nvSpPr>
        <p:spPr>
          <a:xfrm>
            <a:off x="3048000" y="1396180"/>
            <a:ext cx="18556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Forest</a:t>
            </a:r>
          </a:p>
          <a:p>
            <a:r>
              <a:rPr lang="en-US" altLang="ko-KR" sz="2800" dirty="0">
                <a:solidFill>
                  <a:schemeClr val="bg1"/>
                </a:solidFill>
              </a:rPr>
              <a:t>Adventure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C3127-99CA-914F-816E-E05E49A2D82B}"/>
              </a:ext>
            </a:extLst>
          </p:cNvPr>
          <p:cNvSpPr txBox="1"/>
          <p:nvPr/>
        </p:nvSpPr>
        <p:spPr>
          <a:xfrm>
            <a:off x="7692962" y="1295727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</a:rPr>
              <a:t>2022180037</a:t>
            </a:r>
          </a:p>
          <a:p>
            <a:pPr algn="r"/>
            <a:r>
              <a:rPr lang="ko-KR" altLang="en-US" dirty="0">
                <a:solidFill>
                  <a:schemeClr val="bg1"/>
                </a:solidFill>
              </a:rPr>
              <a:t>임용호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AD1ADC-915E-5480-3668-9E8D40457AC7}"/>
              </a:ext>
            </a:extLst>
          </p:cNvPr>
          <p:cNvSpPr/>
          <p:nvPr/>
        </p:nvSpPr>
        <p:spPr>
          <a:xfrm>
            <a:off x="4601497" y="4896466"/>
            <a:ext cx="3091465" cy="5653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ysClr val="windowText" lastClr="000000"/>
                </a:solidFill>
              </a:rPr>
              <a:t>Press Space to start</a:t>
            </a:r>
            <a:endParaRPr lang="ko-KR" altLang="en-US" sz="2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4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</Words>
  <Application>Microsoft Office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3</cp:revision>
  <dcterms:created xsi:type="dcterms:W3CDTF">2025-11-29T06:51:39Z</dcterms:created>
  <dcterms:modified xsi:type="dcterms:W3CDTF">2025-11-29T11:28:08Z</dcterms:modified>
</cp:coreProperties>
</file>